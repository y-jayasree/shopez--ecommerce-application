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ShopEZ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5603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1284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E-Commerce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  ·  .NET 9  ·  SQL Server  ·  YARP Gateway  ·  Docker  ·  JWT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Yadavali Jayasree  ·  Batch B3_Angular  ·  Trainer: Narasimha Rao  ·  UpGrad CTS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261872"/>
            <a:ext cx="4105656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2618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Overview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993392"/>
            <a:ext cx="4105656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19933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Technology Stack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2724912"/>
            <a:ext cx="4105656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27249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System Architecture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3456432"/>
            <a:ext cx="4105656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34564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Angular Frontend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" y="4187952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4187952"/>
            <a:ext cx="4105656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41879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Backend &amp; API Endpoints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846320" y="1261872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01184" y="1261872"/>
            <a:ext cx="4105656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47488" y="12618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Database Schema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846320" y="1993392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01184" y="1993392"/>
            <a:ext cx="4105656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47488" y="19933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Data Flow — Request Lifecycle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846320" y="2724912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01184" y="2724912"/>
            <a:ext cx="4105656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47488" y="27249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Testing Results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4846320" y="3456432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01184" y="3456432"/>
            <a:ext cx="4105656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47488" y="34564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Docker &amp; Deployment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4846320" y="4187952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01184" y="4187952"/>
            <a:ext cx="4105656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47488" y="41879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Conclusion &amp; Future Scope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ShopEZ?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4008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e-commerce Single Page Application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64008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for UpGrad CTS Pre-Assessment Hiring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64008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945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 communicates with .NET microservices through a YARP Gateway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64008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889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complete shopping lifecycle: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64008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8328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Browse Products  →  Add to Cart  →  Checkout  →  Track Orders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64008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77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 Panel for products, categories, orders &amp; users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188720"/>
            <a:ext cx="1508760" cy="1645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26187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84048" y="208483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Components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75688" y="1188720"/>
            <a:ext cx="1508760" cy="1645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75688" y="126187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075688" y="208483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67328" y="1188720"/>
            <a:ext cx="1508760" cy="1645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67328" y="126187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767328" y="208483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 Tests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58968" y="1188720"/>
            <a:ext cx="1508760" cy="1645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58968" y="126187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58968" y="208483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Tests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50608" y="1188720"/>
            <a:ext cx="1508760" cy="1645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50608" y="126187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150608" y="208483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1089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Home · Product Listing · Product Details · Cart · Wishlist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" y="35844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Checkout Wizard (3-step) · Order History · Order Tracking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" y="4059936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Authentication (JWT) · Admin Panel · Responsive Design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05840"/>
            <a:ext cx="1938528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0584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481328"/>
            <a:ext cx="193852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645920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81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Angular 19 (Standalone)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103120"/>
            <a:ext cx="1938528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267712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TypeScript 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2724912"/>
            <a:ext cx="193852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889504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7249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Bootstrap 5 + CSS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3346704"/>
            <a:ext cx="1938528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511296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3467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RxJS BehaviorSubject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3968496"/>
            <a:ext cx="193852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4133088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96849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Karma + Jasmine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05456" y="1005840"/>
            <a:ext cx="1938528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05456" y="100584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05456" y="1481328"/>
            <a:ext cx="193852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05456" y="1645920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42616" y="1481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.NET 9 ASP.NET Core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05456" y="2103120"/>
            <a:ext cx="1938528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05456" y="2267712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42616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C# — 4 Services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05456" y="2724912"/>
            <a:ext cx="193852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05456" y="2889504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42616" y="27249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EF Core + Dapper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05456" y="3346704"/>
            <a:ext cx="1938528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05456" y="3511296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42616" y="33467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YARP Reverse Proxy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05456" y="3968496"/>
            <a:ext cx="193852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05456" y="4133088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42616" y="396849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xUnit + Moq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26864" y="1005840"/>
            <a:ext cx="1938528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26864" y="100584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26864" y="1481328"/>
            <a:ext cx="193852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26864" y="1645920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64024" y="1481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SQL Server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26864" y="2103120"/>
            <a:ext cx="1938528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26864" y="2267712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64024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Code-First Migrations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26864" y="2724912"/>
            <a:ext cx="193852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26864" y="2889504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64024" y="27249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 Isolated Databases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26864" y="3346704"/>
            <a:ext cx="1938528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26864" y="3511296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64024" y="33467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Per-service isolation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748272" y="1005840"/>
            <a:ext cx="1938528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48272" y="100584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 &amp; Infra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748272" y="1481328"/>
            <a:ext cx="193852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48272" y="1645920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85432" y="1481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JWT HMAC-SHA256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748272" y="2103120"/>
            <a:ext cx="1938528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48272" y="2267712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85432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BCrypt (passwords)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748272" y="2724912"/>
            <a:ext cx="193852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48272" y="2889504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85432" y="27249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Docker Compose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748272" y="3346704"/>
            <a:ext cx="1938528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48272" y="3511296"/>
            <a:ext cx="4572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85432" y="33467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Shared Lib (DTOs)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+ YARP API Gateway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137160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Browser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Angular :4200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2286000"/>
            <a:ext cx="548640" cy="0"/>
          </a:xfrm>
          <a:prstGeom prst="line">
            <a:avLst/>
          </a:prstGeom>
          <a:noFill/>
          <a:ln w="25400">
            <a:solidFill>
              <a:srgbClr val="1A2B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463040"/>
            <a:ext cx="1645920" cy="1645920"/>
          </a:xfrm>
          <a:prstGeom prst="rect">
            <a:avLst/>
          </a:prstGeom>
          <a:solidFill>
            <a:srgbClr val="1A2B4A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148132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YARP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Gateway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2585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:7000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2560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JWT · CORS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2286000"/>
            <a:ext cx="457200" cy="0"/>
          </a:xfrm>
          <a:prstGeom prst="line">
            <a:avLst/>
          </a:prstGeom>
          <a:noFill/>
          <a:ln w="25400">
            <a:solidFill>
              <a:srgbClr val="1A2B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987552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987552"/>
            <a:ext cx="54864" cy="7132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0424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Auth Service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07408" y="138988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:7001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344168"/>
            <a:ext cx="4114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1078992"/>
            <a:ext cx="182880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078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🗄  AuthDb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1956816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1956816"/>
            <a:ext cx="54864" cy="7132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201168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Product Service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07408" y="2359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:7002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313432"/>
            <a:ext cx="4114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048256"/>
            <a:ext cx="182880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0482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🗄  ProductDb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2926080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0" y="2926080"/>
            <a:ext cx="54864" cy="7132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298094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Cart Service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07408" y="33284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:7003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3282696"/>
            <a:ext cx="4114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3017520"/>
            <a:ext cx="182880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🗄  CartDb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97680" y="3895344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97680" y="3895344"/>
            <a:ext cx="54864" cy="7132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395020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Order Service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07408" y="42976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:7004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4251960"/>
            <a:ext cx="4114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37960" y="3986784"/>
            <a:ext cx="182880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🗄  OrderDb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97680" y="4828032"/>
            <a:ext cx="406908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0" y="482803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A"/>
                </a:solidFill>
              </a:rPr>
              <a:t>ShopEZ_Shared_Lib  —  DTOs · JwtHelper · ApiResponse&lt;T&gt; · ExceptionMiddleware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— 3 Layer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051560"/>
            <a:ext cx="5486400" cy="8412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0642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Controller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47218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Handles HTTP · validates model state · returns ApiResponse&lt;T&gt;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11880" y="1892808"/>
            <a:ext cx="0" cy="29260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258568"/>
            <a:ext cx="54864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258568"/>
            <a:ext cx="73152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3134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</a:rPr>
              <a:t>Service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6791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Business logic · DTO mapping · throws domain exceptions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11880" y="3099816"/>
            <a:ext cx="0" cy="29260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465576"/>
            <a:ext cx="5486400" cy="841248"/>
          </a:xfrm>
          <a:prstGeom prst="rect">
            <a:avLst/>
          </a:prstGeom>
          <a:solidFill>
            <a:srgbClr val="F1F5F9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465576"/>
            <a:ext cx="73152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5204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</a:rPr>
              <a:t>Repository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8862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EF Core (writes) + Dapper (reads) · no business logic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66560" y="1051560"/>
            <a:ext cx="2011680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Hybrid ORM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03720" y="1572768"/>
            <a:ext cx="173736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572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Dapper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19019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Fast reads (GET)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2340864"/>
            <a:ext cx="17373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3408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EF Core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2670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Type-safe writes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3154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 shared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between services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" y="20299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POST /api/auth/login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3192" y="2633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email + password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514600"/>
            <a:ext cx="18288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32588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192024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84832" y="20299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BCrypt.Verify()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084832" y="2633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password check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20440" y="2514600"/>
            <a:ext cx="18288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132588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03320" y="192024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76472" y="20299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GenerateToken()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776472" y="2633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HMAC-SHA256 · 7 days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2514600"/>
            <a:ext cx="18288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132588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94960" y="192024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68112" y="20299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JWT returned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68112" y="2633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stored in localStorage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2514600"/>
            <a:ext cx="18288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132588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086600" y="192024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59752" y="20299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Bearer on every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request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159752" y="2633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AuthInterceptor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429000"/>
            <a:ext cx="8229600" cy="2926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29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JWT Claims: userId  ·  email  ·  role (CUSTOMER / ADMIN)  ·  jti (GUID)  ·  iat  ·  exp (7 days)  ·  Algorithm: HMAC-SHA256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54864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" y="3840480"/>
            <a:ext cx="25968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8368" y="38587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authGuard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8368" y="4169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 token → redirect /login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91840" y="3840480"/>
            <a:ext cx="54864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46704" y="3840480"/>
            <a:ext cx="25968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493008" y="38587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adminGuard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93008" y="4169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Decodes JWT · checks ADMIN role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3840480"/>
            <a:ext cx="54864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81344" y="3840480"/>
            <a:ext cx="25968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27648" y="38587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guestGuard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327648" y="4169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Logged in → redirect home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Standalone Components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Features — 8 Key Areas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" y="98755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1170432"/>
            <a:ext cx="36576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1033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2B4A"/>
                </a:solidFill>
              </a:rPr>
              <a:t>Home Page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25296" y="14081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Hero banner · Category grid · Featured Products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73168" y="987552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82896" y="98755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0" y="1170432"/>
            <a:ext cx="36576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14416" y="1033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2B4A"/>
                </a:solidFill>
              </a:rPr>
              <a:t>Product Listing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14416" y="14081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Client-side filters · Category / Price / Rating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" y="1975104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" y="1975104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97280" y="2157984"/>
            <a:ext cx="36576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20208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2B4A"/>
                </a:solidFill>
              </a:rPr>
              <a:t>Cart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25296" y="2395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localStorage + BehaviorSubject · Real-time badge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73168" y="1975104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82896" y="1975104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0" y="2157984"/>
            <a:ext cx="36576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14416" y="20208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2B4A"/>
                </a:solidFill>
              </a:rPr>
              <a:t>Checkout (3-step)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14416" y="2395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Address → Payment (UPI/COD) → Review &amp; Place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" y="2962656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" y="296265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97280" y="3145536"/>
            <a:ext cx="36576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3008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2B4A"/>
                </a:solidFill>
              </a:rPr>
              <a:t>Order Tracking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25296" y="3383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4-step timeline: Placed→Confirmed→Shipped→Delivered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73168" y="2962656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82896" y="296265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86400" y="3145536"/>
            <a:ext cx="36576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4416" y="3008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2B4A"/>
                </a:solidFill>
              </a:rPr>
              <a:t>Wishlist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614416" y="3383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toggleWishlist() · isInWishlist() · localStorage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84048" y="3950208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" y="395020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097280" y="4133088"/>
            <a:ext cx="36576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25296" y="39959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2B4A"/>
                </a:solidFill>
              </a:rPr>
              <a:t>Authentication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225296" y="4370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JWT login/register · 3 Route Guards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73168" y="3950208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82896" y="395020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5486400" y="4133088"/>
            <a:ext cx="36576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14416" y="39959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2B4A"/>
                </a:solidFill>
              </a:rPr>
              <a:t>Admin Panel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614416" y="4370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Products CRUD + image upload · Orders · Users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 BehaviorSubject — Reactive State Management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65176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60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CartService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" y="1188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cart$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73352" y="1417320"/>
            <a:ext cx="0" cy="27432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691640"/>
            <a:ext cx="182880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691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4A"/>
                </a:solidFill>
              </a:rPr>
              <a:t>BehaviorSubject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673352" y="2130552"/>
            <a:ext cx="0" cy="256032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395728"/>
            <a:ext cx="265176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TRIGGERS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26883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→  addToCart()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0358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→  removeFromCart()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33832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→  updateQty()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3858768"/>
            <a:ext cx="265176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858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SUBSCRIBERS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41513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✔  CartPage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44988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✔  Header badge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48463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✔  Checkout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55264" y="960120"/>
            <a:ext cx="265176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55264" y="960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WishlistService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55264" y="1188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wishlist$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81144" y="1417320"/>
            <a:ext cx="0" cy="27432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66744" y="1691640"/>
            <a:ext cx="182880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1691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4A"/>
                </a:solidFill>
              </a:rPr>
              <a:t>BehaviorSubject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81144" y="2130552"/>
            <a:ext cx="0" cy="256032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55264" y="2395728"/>
            <a:ext cx="265176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55264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TRIGGERS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46704" y="26883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→  toggleWishlist()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46704" y="30358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→  remove()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55264" y="3511296"/>
            <a:ext cx="265176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55264" y="35112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SUBSCRIBERS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46704" y="38039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✔  WishlistPage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46704" y="41513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✔  Product card hearts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63056" y="960120"/>
            <a:ext cx="265176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960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AuthService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63056" y="1188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currentUser$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488936" y="1417320"/>
            <a:ext cx="0" cy="27432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74536" y="1691640"/>
            <a:ext cx="182880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74536" y="1691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4A"/>
                </a:solidFill>
              </a:rPr>
              <a:t>BehaviorSubject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488936" y="2130552"/>
            <a:ext cx="0" cy="256032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63056" y="2395728"/>
            <a:ext cx="265176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63056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TRIGGERS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54496" y="26883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→  login()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54496" y="30358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→  logout()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63056" y="3511296"/>
            <a:ext cx="265176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63056" y="35112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SUBSCRIBERS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54496" y="38039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✔  Header UI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54496" y="41513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✔  All 3 Guards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takeUntil(destroy$) — used in every component to unsubscribe on destroy, preventing memory leaks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 Endpoints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9 · 4 Microservices · JWT Auth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— Auth &amp; Product Services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41605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97316"/>
                </a:solidFill>
              </a:rPr>
              <a:t>Auth Service  :7001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84048" y="1371600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536192"/>
            <a:ext cx="64008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361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07008" y="14447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7008" y="177393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Register — BCrypt hash, email unique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9896" y="1792224"/>
            <a:ext cx="713232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179222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Public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176272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340864"/>
            <a:ext cx="64008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340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07008" y="22494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25786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Login — JWT issued, IsActive check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39896" y="2596896"/>
            <a:ext cx="713232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259689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Public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2980944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145536"/>
            <a:ext cx="6400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305409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/api/auth/users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07008" y="33832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List all users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39896" y="3401568"/>
            <a:ext cx="713232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9896" y="34015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960120"/>
            <a:ext cx="41605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97316"/>
                </a:solidFill>
              </a:rPr>
              <a:t>Product Service  :7002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09160" y="1371600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536192"/>
            <a:ext cx="6400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5361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14447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177393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Paginated list — keyword, price, category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65008" y="1792224"/>
            <a:ext cx="713232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65008" y="179222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Public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176272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2340864"/>
            <a:ext cx="64008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340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32120" y="22494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32120" y="25786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Create with image (multipart/form-data)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65008" y="2596896"/>
            <a:ext cx="713232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65008" y="259689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2980944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00600" y="3145536"/>
            <a:ext cx="64008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DELETE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32120" y="305409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/api/products/{id}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32120" y="33832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Soft delete — IsActive = false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65008" y="3401568"/>
            <a:ext cx="713232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65008" y="34015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3785616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00600" y="3950208"/>
            <a:ext cx="6400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39502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532120" y="38587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/api/categories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532120" y="41879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All active categories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5008" y="4206240"/>
            <a:ext cx="713232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65008" y="42062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Public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— Cart &amp; Order Services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41605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97316"/>
                </a:solidFill>
              </a:rPr>
              <a:t>Cart Service  :7003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84048" y="1371600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554480"/>
            <a:ext cx="6400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07008" y="14630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7008" y="17922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Get all cart items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9896" y="1819656"/>
            <a:ext cx="713232" cy="21945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181965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212848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395728"/>
            <a:ext cx="64008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3957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07008" y="23042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/api/cart/items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2633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Add item or increment qty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39896" y="2660904"/>
            <a:ext cx="713232" cy="21945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266090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3054096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236976"/>
            <a:ext cx="64008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2369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314553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/api/cart/items/{id}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07008" y="3474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Update quantity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39896" y="3502152"/>
            <a:ext cx="713232" cy="21945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9896" y="350215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" y="3895344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" y="4078224"/>
            <a:ext cx="64008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078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DELETE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398678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07008" y="43159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Clear entire cart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739896" y="4343400"/>
            <a:ext cx="713232" cy="21945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9896" y="43434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960120"/>
            <a:ext cx="41605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97316"/>
                </a:solidFill>
              </a:rPr>
              <a:t>Order Service  :7004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09160" y="1371600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1554480"/>
            <a:ext cx="64008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32120" y="14630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32120" y="17922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Place order — total calc server-side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65008" y="1819656"/>
            <a:ext cx="713232" cy="21945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65008" y="181965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2212848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00600" y="2395728"/>
            <a:ext cx="6400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23957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32120" y="23042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/api/orders/my-orders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32120" y="2633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Paginated order history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65008" y="2660904"/>
            <a:ext cx="713232" cy="21945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65008" y="266090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3054096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00600" y="3236976"/>
            <a:ext cx="6400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32369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532120" y="314553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/api/orders/{id}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532120" y="3474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Single order — 403 for others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5008" y="3502152"/>
            <a:ext cx="713232" cy="21945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65008" y="350215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09160" y="3895344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800600" y="4078224"/>
            <a:ext cx="6400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4078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PATCH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532120" y="398678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/api/orders/{id}/status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532120" y="43159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Update order status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065008" y="4343400"/>
            <a:ext cx="713232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65008" y="43434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Isolated SQL Server Databases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4 Isolated SQL Server Databases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196596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AppUser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1521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AuthDb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1965960" cy="530352"/>
          </a:xfrm>
          <a:prstGeom prst="rect">
            <a:avLst/>
          </a:prstGeom>
          <a:solidFill>
            <a:srgbClr val="F97316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8988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  (PK)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975104"/>
            <a:ext cx="196596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7510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560320"/>
            <a:ext cx="1965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56032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Email  (UQ)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3145536"/>
            <a:ext cx="196596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4553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PasswordHash (BCrypt)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3730752"/>
            <a:ext cx="1965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73075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Role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4315968"/>
            <a:ext cx="196596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31596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IsActive  (bit)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96312" y="914400"/>
            <a:ext cx="196596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96312" y="914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Product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96312" y="11521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ProductDb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96312" y="1389888"/>
            <a:ext cx="1965960" cy="530352"/>
          </a:xfrm>
          <a:prstGeom prst="rect">
            <a:avLst/>
          </a:prstGeom>
          <a:solidFill>
            <a:srgbClr val="F97316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138988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ProductId  (PK)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96312" y="1975104"/>
            <a:ext cx="196596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87752" y="197510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Name · Price · Stock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96312" y="2560320"/>
            <a:ext cx="1965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87752" y="256032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ImageUrl · IsActive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96312" y="3145536"/>
            <a:ext cx="196596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87752" y="314553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CategoryId  (FK)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96312" y="3730752"/>
            <a:ext cx="1965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373075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45152" y="914400"/>
            <a:ext cx="196596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914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CartItem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45152" y="11521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CartDb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45152" y="1389888"/>
            <a:ext cx="1965960" cy="530352"/>
          </a:xfrm>
          <a:prstGeom prst="rect">
            <a:avLst/>
          </a:prstGeom>
          <a:solidFill>
            <a:srgbClr val="F97316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138988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  (PK)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45152" y="1975104"/>
            <a:ext cx="196596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197510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UserId  (int, JWT)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45152" y="2560320"/>
            <a:ext cx="1965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256032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ProductId  (int)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45152" y="3145536"/>
            <a:ext cx="196596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314553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ProductName  (snapshot)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45152" y="3730752"/>
            <a:ext cx="1965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373075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UnitPrice · Quantity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793992" y="914400"/>
            <a:ext cx="196596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93992" y="914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Order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793992" y="11521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OrderDb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93992" y="1389888"/>
            <a:ext cx="1965960" cy="530352"/>
          </a:xfrm>
          <a:prstGeom prst="rect">
            <a:avLst/>
          </a:prstGeom>
          <a:solidFill>
            <a:srgbClr val="F97316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85432" y="138988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OrderId  (PK)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793992" y="1975104"/>
            <a:ext cx="196596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85432" y="197510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UserId  (int, JWT)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793992" y="2560320"/>
            <a:ext cx="1965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85432" y="256032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OrderNumber  (ORD-…)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793992" y="3145536"/>
            <a:ext cx="196596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85432" y="314553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TotalAmount  (server)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793992" y="3730752"/>
            <a:ext cx="1965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85432" y="373075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Status · PaymentMethod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84048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No cross-database foreign keys — UserId / ProductId stored as plain integers (microservice isolation principle)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 — Step by Step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JWT Request Lifecycle (Sequence)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141732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Angular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Frontend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64692" y="1481328"/>
            <a:ext cx="0" cy="3474720"/>
          </a:xfrm>
          <a:prstGeom prst="line">
            <a:avLst/>
          </a:prstGeom>
          <a:noFill/>
          <a:ln w="15240">
            <a:solidFill>
              <a:srgbClr val="E2E8F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993392" y="914400"/>
            <a:ext cx="1417320" cy="5669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9144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Interceptor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02052" y="1481328"/>
            <a:ext cx="0" cy="3474720"/>
          </a:xfrm>
          <a:prstGeom prst="line">
            <a:avLst/>
          </a:prstGeom>
          <a:noFill/>
          <a:ln w="15240">
            <a:solidFill>
              <a:srgbClr val="E2E8F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730752" y="914400"/>
            <a:ext cx="1417320" cy="5669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9144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YARP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Gateway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9412" y="1481328"/>
            <a:ext cx="0" cy="3474720"/>
          </a:xfrm>
          <a:prstGeom prst="line">
            <a:avLst/>
          </a:prstGeom>
          <a:noFill/>
          <a:ln w="15240">
            <a:solidFill>
              <a:srgbClr val="E2E8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468112" y="914400"/>
            <a:ext cx="1417320" cy="5669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68112" y="9144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Microservice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:7004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6772" y="1481328"/>
            <a:ext cx="0" cy="3474720"/>
          </a:xfrm>
          <a:prstGeom prst="line">
            <a:avLst/>
          </a:prstGeom>
          <a:noFill/>
          <a:ln w="15240">
            <a:solidFill>
              <a:srgbClr val="E2E8F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205472" y="914400"/>
            <a:ext cx="1417320" cy="5669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9144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SQL Server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Database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14132" y="1481328"/>
            <a:ext cx="0" cy="3474720"/>
          </a:xfrm>
          <a:prstGeom prst="line">
            <a:avLst/>
          </a:prstGeom>
          <a:noFill/>
          <a:ln w="15240">
            <a:solidFill>
              <a:srgbClr val="E2E8F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64692" y="1645920"/>
            <a:ext cx="1737360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0412" y="14264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1  User triggers action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02052" y="2011680"/>
            <a:ext cx="1737360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7772" y="17922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2  Clone request + attach Bearer JWT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9412" y="2377440"/>
            <a:ext cx="1737360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5132" y="21579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3  JWT validation · CORS check · route match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6772" y="2743200"/>
            <a:ext cx="1737360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2492" y="25237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4  Extract userId / role from JWT claims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6772" y="3108960"/>
            <a:ext cx="1737360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2492" y="28895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5  DB query (Dapper read or EF Core write)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9412" y="3474720"/>
            <a:ext cx="1737360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5132" y="3255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6  Wrap in ApiResponse&lt;T&gt;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4692" y="3840480"/>
            <a:ext cx="3474720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0412" y="36210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7  Proxy response back → UI updates instantly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Add to Cart &amp; Place Order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</a:rPr>
              <a:t>Add to Cart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" y="1353312"/>
            <a:ext cx="1508760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353312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Product Detail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56232" y="1755648"/>
            <a:ext cx="192024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8256" y="1353312"/>
            <a:ext cx="1508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48256" y="1353312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CartService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.addToCart()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57016" y="1755648"/>
            <a:ext cx="192024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353312"/>
            <a:ext cx="1508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353312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BehaviorSubject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emits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57800" y="1755648"/>
            <a:ext cx="192024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9824" y="1353312"/>
            <a:ext cx="1508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9824" y="1353312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localStorage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updated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58584" y="1755648"/>
            <a:ext cx="192024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50608" y="1353312"/>
            <a:ext cx="1508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50608" y="1353312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Header + Cart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Page update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2286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A34A"/>
                </a:solidFill>
              </a:rPr>
              <a:t>✓  No API call — 100% client-side. Instant. takeUntil(destroy$) prevents memory leaks.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" y="2697480"/>
            <a:ext cx="832104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</a:rPr>
              <a:t>Place Order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0040" y="3218688"/>
            <a:ext cx="1261872" cy="7132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18688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Checkout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Component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371246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cart items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581912" y="3575304"/>
            <a:ext cx="164592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46504" y="3218688"/>
            <a:ext cx="12618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46504" y="3218688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OrderService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.placeOrder()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46504" y="371246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HTTP POST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08376" y="3575304"/>
            <a:ext cx="164592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72968" y="3218688"/>
            <a:ext cx="12618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72968" y="3218688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AuthInterceptor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JWT attached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172968" y="371246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Bearer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34840" y="3575304"/>
            <a:ext cx="164592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99432" y="3218688"/>
            <a:ext cx="12618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3218688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YARP Gateway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:7000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99432" y="371246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routes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61304" y="3575304"/>
            <a:ext cx="164592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25896" y="3218688"/>
            <a:ext cx="12618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25896" y="3218688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OrderService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:7004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025896" y="371246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server total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87768" y="3575304"/>
            <a:ext cx="164592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52360" y="3218688"/>
            <a:ext cx="12618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52360" y="3218688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SQL Server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OrderDb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452360" y="371246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saved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" y="4096512"/>
            <a:ext cx="8321040" cy="8412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114800"/>
            <a:ext cx="7955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🔒  TotalAmount calculated server-side — client total ignored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🔒  Order status always starts as PENDING — client cannot set 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🔒  Non-owner gets HTTP 403 Forbidden on GetById()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Results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 Tests  ·  0 Failures  ·  xUnit + Jasmine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141 Tests, 0 Failures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932688"/>
            <a:ext cx="83210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326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✅   141 Total Tests — 0 Failures     (83 xUnit backend  +  58 Jasmine frontend)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4048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Backend — xUnit + Moq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2103120"/>
            <a:ext cx="4023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2103120"/>
            <a:ext cx="566928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1579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AuthService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4140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Register · Login · BCrypt · deactivated account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761488"/>
            <a:ext cx="4023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761488"/>
            <a:ext cx="566928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761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8163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ProductService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0723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CRUD · category · image upload · search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419856"/>
            <a:ext cx="4023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419856"/>
            <a:ext cx="566928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474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CartService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7307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Add · accumulate qty · remove · total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4078224"/>
            <a:ext cx="4023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4078224"/>
            <a:ext cx="566928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078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4133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OrderService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3891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Place order · access control · status format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36592" y="16916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Frontend — Jasmine + Karma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36592" y="2103120"/>
            <a:ext cx="3977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2103120"/>
            <a:ext cx="475488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66944" y="21396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CartService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66944" y="235915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BehaviorSubject · localStorage · corrupted storage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36592" y="2651760"/>
            <a:ext cx="3977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2651760"/>
            <a:ext cx="475488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66944" y="268833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Register Component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66944" y="290779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Phone validation · password strength 0–4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36592" y="3200400"/>
            <a:ext cx="3977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36592" y="3200400"/>
            <a:ext cx="475488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66944" y="323697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Login Component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66944" y="34564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Email · password · form validity · error state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36592" y="3749040"/>
            <a:ext cx="3977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36592" y="3749040"/>
            <a:ext cx="475488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266944" y="378561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adminGuard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66944" y="400507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 token → /login · ADMIN allow · CUSTOMER →/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36592" y="4297680"/>
            <a:ext cx="3977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36592" y="4297680"/>
            <a:ext cx="475488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4297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266944" y="433425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App Component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66944" y="455371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App renders · component creation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Deployment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Containers · docker-compose · shopez-network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Container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32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shopez-network (bridge)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737360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Angular Frontend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6824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:4200 → Nginx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655064"/>
            <a:ext cx="411480" cy="0"/>
          </a:xfrm>
          <a:prstGeom prst="line">
            <a:avLst/>
          </a:prstGeom>
          <a:noFill/>
          <a:ln w="25400">
            <a:solidFill>
              <a:srgbClr val="1A2B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170432"/>
            <a:ext cx="1645920" cy="960120"/>
          </a:xfrm>
          <a:prstGeom prst="rect">
            <a:avLst/>
          </a:prstGeom>
          <a:solidFill>
            <a:srgbClr val="1A2B4A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YARP Gateway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:7000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19476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Single entry point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43400" y="1655064"/>
            <a:ext cx="411480" cy="0"/>
          </a:xfrm>
          <a:prstGeom prst="line">
            <a:avLst/>
          </a:prstGeom>
          <a:noFill/>
          <a:ln w="25400">
            <a:solidFill>
              <a:srgbClr val="1A2B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261872"/>
            <a:ext cx="82296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2618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Auth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7007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:7001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1261872"/>
            <a:ext cx="82296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12618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Product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17007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:7002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261872"/>
            <a:ext cx="82296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2618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Cart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17007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:7003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1261872"/>
            <a:ext cx="82296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12618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Order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35240" y="17007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:7004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240280"/>
            <a:ext cx="356616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240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SQL Server  :1433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25694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AuthDb · ProductDb · CartDb · OrderDb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127248"/>
            <a:ext cx="80467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1272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📦  Persistent Volumes:  sqlserver_data  ·  product_images  —  Data survives restarts.  Only  docker-compose down -v  removes them.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84048" y="48280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--build   ·   docker-compose down   ·   docker ps   ·   docker logs shopez-auth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 · Challenges · Future scope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Overcome — Solutions Applied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54864" cy="6035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60120"/>
            <a:ext cx="826617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996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⚡  Cross-component cart sync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1289304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✔  BehaviorSubject in CartService — all components subscribe to cart$ and update simultaneously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636776"/>
            <a:ext cx="54864" cy="6035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636776"/>
            <a:ext cx="826617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673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⚡  .NET PascalCase vs Angular camelCase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1965960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✔  mapProduct() with ?? operator handles both ProductId and productId — defensive normalisation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313432"/>
            <a:ext cx="54864" cy="6035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313432"/>
            <a:ext cx="826617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350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⚡  JWT role case sensitivity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2642616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✔  Role uppercased on localStorage write — 'admin', 'Admin', 'ADMIN' all normalised to ADMIN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2990088"/>
            <a:ext cx="54864" cy="6035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2990088"/>
            <a:ext cx="826617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026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⚡  Memory leaks from Observables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3319272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✔  takeUntil(destroy$) in every component that subscribes to any Observable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666744"/>
            <a:ext cx="54864" cy="6035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666744"/>
            <a:ext cx="826617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⚡  Admin image upload (multipart)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4360" y="3995928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✔  FormData instead of JSON — backend expects [FromForm] + IFormFile, not application/json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4343400"/>
            <a:ext cx="54864" cy="6035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343400"/>
            <a:ext cx="826617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4379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⚡  Cross-service data isolation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4360" y="4672584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✔  UserId and ProductId stored as plain integers — no cross-database foreign keys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60120"/>
            <a:ext cx="41148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6012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96012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15+ Angular standalone components covering every user-facing e-commerce feature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463040"/>
            <a:ext cx="832104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463040"/>
            <a:ext cx="41148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6304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146304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BehaviorSubject reactive state — cart, wishlist, auth — instant cross-component updates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1965960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965960"/>
            <a:ext cx="41148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96596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" y="196596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Client-side filtering — instantaneous without additional API calls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2468880"/>
            <a:ext cx="832104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468880"/>
            <a:ext cx="41148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46888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" y="246888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Route Guards: authGuard · adminGuard · guestGuard protecting all route groups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" y="2971800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971800"/>
            <a:ext cx="41148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97180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" y="297180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58 Jasmine + 83 xUnit = 141 total tests, 0 failures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" y="3474720"/>
            <a:ext cx="832104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474720"/>
            <a:ext cx="41148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47472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" y="347472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Full Admin Panel: image upload, category CRUD, order status management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84048" y="3977640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977640"/>
            <a:ext cx="41148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97764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77824" y="397764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4 .NET microservices + YARP Gateway — fully Dockerized with docker-compose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4048" y="4480560"/>
            <a:ext cx="832104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4480560"/>
            <a:ext cx="41148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48056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7824" y="448056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API response normalisation — handles .NET PascalCase &amp; Angular camelCase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— Next Phase Enhancements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54864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87552"/>
            <a:ext cx="405993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1208" y="987552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52728" y="121615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A2B4A"/>
                </a:solidFill>
              </a:rPr>
              <a:t>Real Payment Gateway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52728" y="1645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Integrate Razorpay or Stripe in a new PaymentService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73168" y="987552"/>
            <a:ext cx="54864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987552"/>
            <a:ext cx="405993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0328" y="987552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641848" y="121615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A2B4A"/>
                </a:solidFill>
              </a:rPr>
              <a:t>RabbitMQ Event Bus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41848" y="1645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OrderPlaced → ProductService auto-decrements stock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2340864"/>
            <a:ext cx="54864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340864"/>
            <a:ext cx="405993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" y="2340864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52728" y="256946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A2B4A"/>
                </a:solidFill>
              </a:rPr>
              <a:t>Redis Cache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52728" y="29992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Cache product list (TTL 5 min) to reduce Dapper query load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73168" y="2340864"/>
            <a:ext cx="54864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2340864"/>
            <a:ext cx="405993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0328" y="2340864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41848" y="256946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A2B4A"/>
                </a:solidFill>
              </a:rPr>
              <a:t>Refresh Tokens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41848" y="29992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Short-lived access (15 min) + long-lived refresh (7 days)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" y="3694176"/>
            <a:ext cx="54864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694176"/>
            <a:ext cx="405993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1208" y="3694176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☸️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252728" y="392277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A2B4A"/>
                </a:solidFill>
              </a:rPr>
              <a:t>Kubernetes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252728" y="435254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K8s cluster with HPA and ingress replacing YARP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73168" y="3694176"/>
            <a:ext cx="54864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8032" y="3694176"/>
            <a:ext cx="405993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10328" y="3694176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641848" y="392277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A2B4A"/>
                </a:solidFill>
              </a:rPr>
              <a:t>Centralised Logging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641848" y="435254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Serilog + Seq/Elasticsearch across all services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32004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240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ShopEZ — Full-Stack E-Commerce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  ·  .NET 9  ·  SQL Server  ·  YARP  ·  Docker  ·  141 Tests, 0 Failures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Trainee: 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920240" y="33375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Yadavali Jayasree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3593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Batch: 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920240" y="35935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B3_Angular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849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Trainer: 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20240" y="38496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Narasimha Rao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4105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Email: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920240" y="410565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yadavalijayasree9@gmail.com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4361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Program: 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920240" y="43616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UpGrad CTS Pre-Assessment Hiring · May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ShopEZ — CTS Pre-Assessment Hiring</dc:title>
  <dc:subject>PptxGenJS Presentation</dc:subject>
  <dc:creator>Yadavali Jayasree</dc:creator>
  <cp:lastModifiedBy>Yadavali Jayasree</cp:lastModifiedBy>
  <cp:revision>1</cp:revision>
  <dcterms:created xsi:type="dcterms:W3CDTF">2026-05-16T06:21:25Z</dcterms:created>
  <dcterms:modified xsi:type="dcterms:W3CDTF">2026-05-16T06:21:25Z</dcterms:modified>
</cp:coreProperties>
</file>